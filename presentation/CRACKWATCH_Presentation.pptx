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EDEA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pPr indent="0" marL="0">
              <a:buNone/>
            </a:pPr>
            <a:r>
              <a:rPr lang="en-US" sz="54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Infrastructure Command Center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NIRMAN Hackathon 2026  •  Amity University Mumbai  •  April 15-17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286000" cy="457200"/>
          </a:xfrm>
          <a:prstGeom prst="roundRect">
            <a:avLst>
              <a:gd name="adj" fmla="val 30000"/>
            </a:avLst>
          </a:prstGeom>
          <a:solidFill>
            <a:srgbClr val="4EDEA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#4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accidents happen due to undetected road damage.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6.4 million km of roads — manual inspection is slow, expensive, and dangerous.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₹33,000 Cr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budget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246888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fixed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damage/yr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468880"/>
            <a:ext cx="182880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3337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complaint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could detect and prioritize these issues before they become disasters?"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CRACKWATCH doesn't just detect damage — it tells authorities exactly what to fix, when, and at what cost. And it holds them accountable.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1C1B1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detect 10+ damage types: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cracks, potholes, spalling, pipe damage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1C1B1D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repair cost in ₹ INR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before vs after comparison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1C1B1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Plan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 action plan: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fix first, method, crew,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474720"/>
            <a:ext cx="3657600" cy="1188720"/>
          </a:xfrm>
          <a:prstGeom prst="roundRect">
            <a:avLst>
              <a:gd name="adj" fmla="val 11538"/>
            </a:avLst>
          </a:prstGeom>
          <a:solidFill>
            <a:srgbClr val="1C1B1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every pothole.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can't ignore reports.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Platform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apps. One backend. Complete accountability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1C1B1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Government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damage detection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estimation (₹ INR)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Repair plan generator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map + admin controls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 as fixed / in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1C1B1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Citizen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damage (photo + GPS)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pothole map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Upvote system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 dashboard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fix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43891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A1A1C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Shared FastAPI Backend  +  YOLOv8 AI Pipeline  +  JWT Auth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running in parallel. Zero API dependency. Fully offline.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868680"/>
          </a:xfrm>
          <a:prstGeom prst="rect">
            <a:avLst/>
          </a:prstGeom>
          <a:solidFill>
            <a:srgbClr val="4EDEA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DE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YOLOv8s-RDD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 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Crack, Transverse Crack,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Alligator Crack, Pothole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51760"/>
            <a:ext cx="73152" cy="868680"/>
          </a:xfrm>
          <a:prstGeom prst="rect">
            <a:avLst/>
          </a:prstGeom>
          <a:solidFill>
            <a:srgbClr val="5DE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YOLOv8s-CrackSeg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Crack Segmentation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cracks, apartment cracks,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surface fractures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657600"/>
            <a:ext cx="73152" cy="868680"/>
          </a:xfrm>
          <a:prstGeom prst="rect">
            <a:avLst/>
          </a:prstGeom>
          <a:solidFill>
            <a:srgbClr val="FFB9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 Pipeline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Spalling, water leaks, corrosion,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breaks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CV-based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757ms inference  •  10+ damage types  •  Fully local — no internet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Detection — A Decision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4EDEA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7452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4EDEA3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4EDEA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5DE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5D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1371600"/>
            <a:ext cx="1234440" cy="914400"/>
          </a:xfrm>
          <a:prstGeom prst="roundRect">
            <a:avLst>
              <a:gd name="adj" fmla="val 12000"/>
            </a:avLst>
          </a:prstGeom>
          <a:solidFill>
            <a:srgbClr val="5D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3716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say: "We detect potholes"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say: "We tell governments EXACTLY what to fix tomorrow morning."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C1B1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₹47,270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474720" y="38404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C1B1D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Ignored (6 months)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₹1,89,080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C1B1D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840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₹1,41,810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Drives Accountability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citizen app creates PUBLIC pressure on the government.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unfixed pothole is visible to everyone. Every delay is tracked.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5DE6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takes photo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pothole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2194560"/>
            <a:ext cx="457200" cy="45720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auto-detects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type + severity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457200" cy="457200"/>
          </a:xfrm>
          <a:prstGeom prst="ellipse">
            <a:avLst/>
          </a:prstGeom>
          <a:solidFill>
            <a:srgbClr val="FFB95F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appears 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map + govt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2194560"/>
            <a:ext cx="457200" cy="45720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marks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fixed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26680" y="2194560"/>
            <a:ext cx="457200" cy="45720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sees green pin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accountability complete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3840480"/>
            <a:ext cx="6400800" cy="914400"/>
          </a:xfrm>
          <a:prstGeom prst="roundRect">
            <a:avLst>
              <a:gd name="adj" fmla="val 15000"/>
            </a:avLst>
          </a:prstGeom>
          <a:solidFill>
            <a:srgbClr val="1C1B1D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app tells the government what to fix.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tells the public what they haven't fixed."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3152" cy="457200"/>
          </a:xfrm>
          <a:prstGeom prst="rect">
            <a:avLst/>
          </a:prstGeom>
          <a:solidFill>
            <a:srgbClr val="4EDEA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(2 models) • OpenCV • Ultralytics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73152" cy="457200"/>
          </a:xfrm>
          <a:prstGeom prst="rect">
            <a:avLst/>
          </a:prstGeom>
          <a:solidFill>
            <a:srgbClr val="5DE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• JWT Auth • Uvicorn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3152" cy="457200"/>
          </a:xfrm>
          <a:prstGeom prst="rect">
            <a:avLst/>
          </a:prstGeom>
          <a:solidFill>
            <a:srgbClr val="FFB95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(Govt)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Vite • Tailwind • shadcn/ui • Framer Motion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3152" cy="457200"/>
          </a:xfrm>
          <a:prstGeom prst="rect">
            <a:avLst/>
          </a:prstGeom>
          <a:solidFill>
            <a:srgbClr val="5DE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(Public)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Leaflet Maps • Framer Motion • PWA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3152" cy="457200"/>
          </a:xfrm>
          <a:prstGeom prst="rect">
            <a:avLst/>
          </a:prstGeom>
          <a:solidFill>
            <a:srgbClr val="4EDEA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MCP • Space Grotesk + Geist fonts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73152" cy="457200"/>
          </a:xfrm>
          <a:prstGeom prst="rect">
            <a:avLst/>
          </a:prstGeom>
          <a:solidFill>
            <a:srgbClr val="FFB9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160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Dataset (4.8K images) • HuggingFace models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Trustworthy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tells you WHY it was flagged — not just what was found.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274320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Severity: 62.6% = WARNING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Because: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Large damage area — covers 44.5% of inspected region           [HIGH IMPACT]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Moderate confidence — AI is 73% certain                                    [MEDIUM]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High-risk damage type — Alligator Crack (structural failure)  [HIGH IMPACT]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Recommendation: Schedule repair within 30 days. Delay increases cost by 4x.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road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fixed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1C1B1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554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transparency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govt 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municipality  •  Works offline  •  No cloud costs  •  Open source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6400800" cy="731520"/>
          </a:xfrm>
          <a:prstGeom prst="roundRect">
            <a:avLst>
              <a:gd name="adj" fmla="val 15000"/>
            </a:avLst>
          </a:prstGeom>
          <a:solidFill>
            <a:srgbClr val="1C1B1D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023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"Reduces inspection cost by 70%. Enables proactive maintenance. Prevents accidents before they happen."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Government Inspector → Command Center loads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664208"/>
            <a:ext cx="320040" cy="32004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61848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road damage photo → AI detects 3 crack types instantly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93976"/>
            <a:ext cx="320040" cy="32004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93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04825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severity scoring + cost estimation (₹ INR)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23744"/>
            <a:ext cx="320040" cy="320040"/>
          </a:xfrm>
          <a:prstGeom prst="ellipse">
            <a:avLst/>
          </a:prstGeom>
          <a:solidFill>
            <a:srgbClr val="4EDEA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23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4780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Repair Plan → priority-ranked action items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953512"/>
            <a:ext cx="320040" cy="320040"/>
          </a:xfrm>
          <a:prstGeom prst="ellipse">
            <a:avLst/>
          </a:prstGeom>
          <a:solidFill>
            <a:srgbClr val="5D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53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9077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citizen phone app → report pothole with GPS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320040" cy="320040"/>
          </a:xfrm>
          <a:prstGeom prst="ellipse">
            <a:avLst/>
          </a:prstGeom>
          <a:solidFill>
            <a:srgbClr val="5D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337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appears on govt Reports Map → click 'Mark Fixed'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813048"/>
            <a:ext cx="320040" cy="320040"/>
          </a:xfrm>
          <a:prstGeom prst="ellipse">
            <a:avLst/>
          </a:prstGeom>
          <a:solidFill>
            <a:srgbClr val="5DE6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13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37673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sees green pin → accountability loop complete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242816"/>
            <a:ext cx="320040" cy="320040"/>
          </a:xfrm>
          <a:prstGeom prst="ellipse">
            <a:avLst/>
          </a:prstGeom>
          <a:solidFill>
            <a:srgbClr val="5DE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42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19709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printable report for municipal records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pPr algn="ctr" indent="0" marL="0">
              <a:buNone/>
            </a:pPr>
            <a:r>
              <a:rPr lang="en-US" sz="4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 for All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457200"/>
          </a:xfrm>
          <a:prstGeom prst="roundRect">
            <a:avLst>
              <a:gd name="adj" fmla="val 30000"/>
            </a:avLst>
          </a:prstGeom>
          <a:solidFill>
            <a:srgbClr val="4EDEA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1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github.com/SaudSatopay/CrackWatch-NirmanHackathon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NIRMAN Hackathon 2026  •  Amity University Mumbai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NIRMAN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CRACKWATCH — Smart Infrastructure Command Center</dc:title>
  <dc:subject>AI Infrastructure Damage Detection</dc:subject>
  <dc:creator>CRACKWATCH Team</dc:creator>
  <cp:lastModifiedBy>CRACKWATCH Team</cp:lastModifiedBy>
  <cp:revision>1</cp:revision>
  <dcterms:created xsi:type="dcterms:W3CDTF">2026-04-15T19:59:07Z</dcterms:created>
  <dcterms:modified xsi:type="dcterms:W3CDTF">2026-04-15T19:59:07Z</dcterms:modified>
</cp:coreProperties>
</file>